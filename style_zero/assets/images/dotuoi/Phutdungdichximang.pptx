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4" r:id="rId4"/>
  </p:sldMasterIdLst>
  <p:sldIdLst>
    <p:sldId id="256" r:id="rId5"/>
    <p:sldId id="257" r:id="rId6"/>
    <p:sldId id="258" r:id="rId7"/>
    <p:sldId id="262" r:id="rId8"/>
    <p:sldId id="259" r:id="rId9"/>
    <p:sldId id="260" r:id="rId10"/>
    <p:sldId id="261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010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245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24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5/14/2020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619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5/14/2020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1978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5/14/2020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531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5/14/2020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4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84F1-FFEA-405F-9602-3DCA865EDA4E}" type="datetime1">
              <a:rPr lang="en-US" smtClean="0"/>
              <a:t>5/14/2020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087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3509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6392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571096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74759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482748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26185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22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52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5/14/2020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9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3946" r:id="rId2"/>
    <p:sldLayoutId id="2147483947" r:id="rId3"/>
    <p:sldLayoutId id="2147483948" r:id="rId4"/>
    <p:sldLayoutId id="2147483949" r:id="rId5"/>
    <p:sldLayoutId id="2147483950" r:id="rId6"/>
    <p:sldLayoutId id="2147483951" r:id="rId7"/>
    <p:sldLayoutId id="2147483952" r:id="rId8"/>
    <p:sldLayoutId id="2147483953" r:id="rId9"/>
    <p:sldLayoutId id="2147483954" r:id="rId10"/>
    <p:sldLayoutId id="2147483955" r:id="rId11"/>
    <p:sldLayoutId id="2147483956" r:id="rId12"/>
    <p:sldLayoutId id="2147483957" r:id="rId13"/>
    <p:sldLayoutId id="2147483958" r:id="rId14"/>
    <p:sldLayoutId id="2147483959" r:id="rId15"/>
    <p:sldLayoutId id="2147483960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>
            <a:extLst>
              <a:ext uri="{FF2B5EF4-FFF2-40B4-BE49-F238E27FC236}">
                <a16:creationId xmlns:a16="http://schemas.microsoft.com/office/drawing/2014/main" id="{16F00755-95D0-4CC6-9B7A-54E416B2E1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819" b="5676"/>
          <a:stretch/>
        </p:blipFill>
        <p:spPr>
          <a:xfrm>
            <a:off x="-155198" y="95546"/>
            <a:ext cx="12191999" cy="685799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910E76-BA59-4E38-956A-3AFFF46117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422" y="-920000"/>
            <a:ext cx="10905059" cy="333035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Xi </a:t>
            </a:r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Măng</a:t>
            </a:r>
            <a:endParaRPr 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F80F1-7CC9-4626-95F9-A547A5637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72082" y="2410353"/>
            <a:ext cx="10902016" cy="14545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endParaRPr lang="en-US" sz="1800" dirty="0">
              <a:solidFill>
                <a:schemeClr val="bg1"/>
              </a:solidFill>
            </a:endParaRPr>
          </a:p>
          <a:p>
            <a:pPr algn="ctr"/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Nụ</a:t>
            </a:r>
            <a:endParaRPr lang="en-US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ọ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tên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Vũ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b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Mã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1721020021</a:t>
            </a:r>
          </a:p>
        </p:txBody>
      </p:sp>
    </p:spTree>
    <p:extLst>
      <p:ext uri="{BB962C8B-B14F-4D97-AF65-F5344CB8AC3E}">
        <p14:creationId xmlns:p14="http://schemas.microsoft.com/office/powerpoint/2010/main" val="35162133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9813F-6C53-4965-A32B-962007335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1763" y="1083075"/>
            <a:ext cx="9489043" cy="781167"/>
          </a:xfrm>
        </p:spPr>
        <p:txBody>
          <a:bodyPr>
            <a:norm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xi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măng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03711D1-6685-48F7-887A-4939A767F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1165" y="2398642"/>
            <a:ext cx="8973447" cy="3512579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lỗ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rỗng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xi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xi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đ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cứng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thấm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chịu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tuỳ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Kích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lỗ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rỗng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thấm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1427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E79C-9E34-4963-B4A5-D6DC7EB48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6304" y="804520"/>
            <a:ext cx="9603275" cy="3288087"/>
          </a:xfrm>
        </p:spPr>
        <p:txBody>
          <a:bodyPr/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ơng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xi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măng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B</a:t>
            </a:r>
            <a:r>
              <a:rPr lang="vi-V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8124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6160A-6215-4603-89ED-F071C806C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987" y="624110"/>
            <a:ext cx="9471626" cy="1280890"/>
          </a:xfrm>
        </p:spPr>
        <p:txBody>
          <a:bodyPr>
            <a:norm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  <a:r>
              <a:rPr lang="vi-V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</a:t>
            </a:r>
            <a:r>
              <a:rPr lang="vi-V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ơng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xi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măng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A34EC-E17B-4C4A-AC07-C26BF5F9E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38183"/>
            <a:ext cx="8915400" cy="4473039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+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sâu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+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nứt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chúng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+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sâu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nứt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+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vữa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+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dày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cố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11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17CB-4BE9-43C9-AA4D-13667277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333" y="624110"/>
            <a:ext cx="9569280" cy="1280890"/>
          </a:xfrm>
        </p:spPr>
        <p:txBody>
          <a:bodyPr>
            <a:norm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  <a:r>
              <a:rPr lang="vi-V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</a:t>
            </a:r>
            <a:r>
              <a:rPr lang="vi-V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ơng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xi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măng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794F3-127E-41F3-97BC-9FAC69816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218" y="1447060"/>
            <a:ext cx="8655394" cy="4464162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lỗ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đ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ờng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kính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lỗ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lỗ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đ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đ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tam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ô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cờ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ờng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ô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cờ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lỗ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đ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dựa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tỉ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nứt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 l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đ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(q) đ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2.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ờng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kính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lỗ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chống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thấm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 75mm,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ờng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 32mm.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2 – 10m,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tuỳ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đ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942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03821-6141-49CC-905B-95DE033C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9558" y="632988"/>
            <a:ext cx="8911687" cy="1280890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(m)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lỗ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tỷ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nứt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5F1D880-A22C-49FE-8814-1EB11D911E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007719"/>
              </p:ext>
            </p:extLst>
          </p:nvPr>
        </p:nvGraphicFramePr>
        <p:xfrm>
          <a:off x="1482571" y="2388093"/>
          <a:ext cx="10173810" cy="3613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762">
                  <a:extLst>
                    <a:ext uri="{9D8B030D-6E8A-4147-A177-3AD203B41FA5}">
                      <a16:colId xmlns:a16="http://schemas.microsoft.com/office/drawing/2014/main" val="2912128994"/>
                    </a:ext>
                  </a:extLst>
                </a:gridCol>
                <a:gridCol w="2034762">
                  <a:extLst>
                    <a:ext uri="{9D8B030D-6E8A-4147-A177-3AD203B41FA5}">
                      <a16:colId xmlns:a16="http://schemas.microsoft.com/office/drawing/2014/main" val="646103312"/>
                    </a:ext>
                  </a:extLst>
                </a:gridCol>
                <a:gridCol w="2034762">
                  <a:extLst>
                    <a:ext uri="{9D8B030D-6E8A-4147-A177-3AD203B41FA5}">
                      <a16:colId xmlns:a16="http://schemas.microsoft.com/office/drawing/2014/main" val="2094452716"/>
                    </a:ext>
                  </a:extLst>
                </a:gridCol>
                <a:gridCol w="2034762">
                  <a:extLst>
                    <a:ext uri="{9D8B030D-6E8A-4147-A177-3AD203B41FA5}">
                      <a16:colId xmlns:a16="http://schemas.microsoft.com/office/drawing/2014/main" val="89371109"/>
                    </a:ext>
                  </a:extLst>
                </a:gridCol>
                <a:gridCol w="2034762">
                  <a:extLst>
                    <a:ext uri="{9D8B030D-6E8A-4147-A177-3AD203B41FA5}">
                      <a16:colId xmlns:a16="http://schemas.microsoft.com/office/drawing/2014/main" val="879429715"/>
                    </a:ext>
                  </a:extLst>
                </a:gridCol>
              </a:tblGrid>
              <a:tr h="516173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Tỷ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lệ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khe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nứt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%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Thuỷ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đầu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áp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lực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cột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</a:t>
                      </a:r>
                      <a:r>
                        <a:rPr lang="vi-V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ớc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), m</a:t>
                      </a:r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671159"/>
                  </a:ext>
                </a:extLst>
              </a:tr>
              <a:tr h="51617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884489"/>
                  </a:ext>
                </a:extLst>
              </a:tr>
              <a:tr h="5161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0,007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742158"/>
                  </a:ext>
                </a:extLst>
              </a:tr>
              <a:tr h="5161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388295"/>
                  </a:ext>
                </a:extLst>
              </a:tr>
              <a:tr h="5161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957984"/>
                  </a:ext>
                </a:extLst>
              </a:tr>
              <a:tr h="5161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345178"/>
                  </a:ext>
                </a:extLst>
              </a:tr>
              <a:tr h="5161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806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54417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51F4F-C306-4A2B-B641-4FD03D438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2: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lỗ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đ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941E2F2-9638-43EA-AD3D-76E3A05B4B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2406578"/>
              </p:ext>
            </p:extLst>
          </p:nvPr>
        </p:nvGraphicFramePr>
        <p:xfrm>
          <a:off x="1802167" y="2325949"/>
          <a:ext cx="10058400" cy="2414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305284406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36188496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266882646"/>
                    </a:ext>
                  </a:extLst>
                </a:gridCol>
              </a:tblGrid>
              <a:tr h="8819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vi-V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ợng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mất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</a:t>
                      </a:r>
                      <a:r>
                        <a:rPr lang="vi-V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ớc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đ</a:t>
                      </a:r>
                      <a:r>
                        <a:rPr lang="vi-V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ơ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vị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l/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f,m.m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Khoảng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cách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giữa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lỗ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khoan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Khoảng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cách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giữa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hai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hang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lỗ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khoan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827934"/>
                  </a:ext>
                </a:extLst>
              </a:tr>
              <a:tr h="5109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 – 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789874"/>
                  </a:ext>
                </a:extLst>
              </a:tr>
              <a:tr h="5109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 – 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 – 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503211"/>
                  </a:ext>
                </a:extLst>
              </a:tr>
              <a:tr h="5109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  - 5,0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 – 3.0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01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34770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6E44-9B8F-44C1-A51D-E61BA954C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3390" y="615232"/>
            <a:ext cx="9712171" cy="1280890"/>
          </a:xfrm>
        </p:spPr>
        <p:txBody>
          <a:bodyPr>
            <a:norm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  <a:r>
              <a:rPr lang="vi-V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</a:t>
            </a:r>
            <a:r>
              <a:rPr lang="vi-V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ơng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xi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măng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DF92B-3A53-4B78-BE5D-9943C557D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96140"/>
            <a:ext cx="8915400" cy="4615082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Lựa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xi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đích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mòn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quyết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mac xi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trộn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xi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L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trộn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đ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dựa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ờng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+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gồm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sét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sỉ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+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gồm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Cacl2, Na2nSiO2,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dẻo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0274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4162A-9CF4-4837-8EBA-C07EF4800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678" y="744472"/>
            <a:ext cx="9666934" cy="1280890"/>
          </a:xfrm>
        </p:spPr>
        <p:txBody>
          <a:bodyPr>
            <a:norm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  <a:r>
              <a:rPr lang="vi-V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</a:t>
            </a:r>
            <a:r>
              <a:rPr lang="vi-V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ơng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xi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măng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E8D74-2C71-43DA-AACF-E0E0EBA82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84917"/>
            <a:ext cx="8915400" cy="4526305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đ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tắc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1.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 1,5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	 	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2.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tốt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diezen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	   	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6 – 12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2715243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39677-1D26-49E1-90BE-9D6DACBB5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003" y="624110"/>
            <a:ext cx="9835610" cy="1280890"/>
          </a:xfrm>
        </p:spPr>
        <p:txBody>
          <a:bodyPr>
            <a:norm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  <a:r>
              <a:rPr lang="vi-V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</a:t>
            </a:r>
            <a:r>
              <a:rPr lang="vi-V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ơng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xi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măng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9739-0F66-4914-877B-14802C46D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84917"/>
            <a:ext cx="8915400" cy="4526305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xi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+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lỗ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ép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lấy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		    	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ờng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+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lỗ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ít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5%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lỗ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+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lỗ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đ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28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51158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EA528-7078-4B23-B7A8-8578F166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4653" y="781234"/>
            <a:ext cx="8911687" cy="1500327"/>
          </a:xfrm>
        </p:spPr>
        <p:txBody>
          <a:bodyPr>
            <a:normAutofit/>
          </a:bodyPr>
          <a:lstStyle/>
          <a:p>
            <a:r>
              <a:rPr lang="en-US" alt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khoan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khoan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phụt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0087DE-1948-4396-93BD-02D719D990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78127" y="1404398"/>
            <a:ext cx="1059142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algn="just" defTabSz="914400">
              <a:buClr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1.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Kết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cấu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kiến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trúc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bên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trong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ngoài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co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tác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dụng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chắn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tình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trang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rò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rỉ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 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nước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của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đê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đập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2.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Tiến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hành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khoan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phụt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xử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lý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sườn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dốc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hai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bên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núi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của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đê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đập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3.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Thi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kết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cấu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 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nền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móng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công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trình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4.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Tiến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hành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khoan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phụt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nhằm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nắn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lệch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đoạn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có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địa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hình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nghiêng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không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bằng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phẳng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5.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Tiến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hành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công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việc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bịt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kín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nguồn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nước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ngầm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tránh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tình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trạng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thấm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nước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qua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nền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móng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đập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949"/>
                </a:solidFill>
                <a:effectLst/>
                <a:cs typeface="Arial" panose="020B0604020202020204" pitchFamily="3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808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40C59658943243B648852FED25D55F" ma:contentTypeVersion="5" ma:contentTypeDescription="Create a new document." ma:contentTypeScope="" ma:versionID="f37b432f50ef4e0d87bdf3b1aa37d6a4">
  <xsd:schema xmlns:xsd="http://www.w3.org/2001/XMLSchema" xmlns:xs="http://www.w3.org/2001/XMLSchema" xmlns:p="http://schemas.microsoft.com/office/2006/metadata/properties" xmlns:ns3="3833aa21-1cd3-4b4c-bdc8-8e839fc89138" xmlns:ns4="277ac7cf-5af7-4ee6-97ab-58015a3d7562" targetNamespace="http://schemas.microsoft.com/office/2006/metadata/properties" ma:root="true" ma:fieldsID="1e1b0b466380f82f012deb817b87f6a7" ns3:_="" ns4:_="">
    <xsd:import namespace="3833aa21-1cd3-4b4c-bdc8-8e839fc89138"/>
    <xsd:import namespace="277ac7cf-5af7-4ee6-97ab-58015a3d756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33aa21-1cd3-4b4c-bdc8-8e839fc8913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7ac7cf-5af7-4ee6-97ab-58015a3d75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8FB743-3ACA-4472-A523-8A11B18CEA70}">
  <ds:schemaRefs>
    <ds:schemaRef ds:uri="http://purl.org/dc/terms/"/>
    <ds:schemaRef ds:uri="277ac7cf-5af7-4ee6-97ab-58015a3d756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3833aa21-1cd3-4b4c-bdc8-8e839fc89138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66ED7A4-C5C4-41E4-B7FD-D8736B2BE9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33aa21-1cd3-4b4c-bdc8-8e839fc89138"/>
    <ds:schemaRef ds:uri="277ac7cf-5af7-4ee6-97ab-58015a3d75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64062A4-0537-43DE-A44B-10EB0F3967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104</TotalTime>
  <Words>1041</Words>
  <Application>Microsoft Office PowerPoint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Wisp</vt:lpstr>
      <vt:lpstr> Phụt Dung Dịch Xi Măng</vt:lpstr>
      <vt:lpstr>Bản chất của phụt dung dịch xi măng</vt:lpstr>
      <vt:lpstr>Các bước khi thiết kế xử lý nền bằng phương pháp phụt dung dịch xi măng (5 Bước)</vt:lpstr>
      <vt:lpstr>Các bước khi thiết kế xử lý nền bằng phương pháp phụt dung dịch xi măng</vt:lpstr>
      <vt:lpstr>Các bước khi thiết kế xử lý nền bằng phương pháp phụt dung dịch xi măng</vt:lpstr>
      <vt:lpstr>Bảng 1: Xác định khoảng cách(m) giữa các lỗ khoan theo tỷ lệ khe nứt</vt:lpstr>
      <vt:lpstr>Bảng 2: Xác định khoảng cách giữa các lỗ khoan theo lượng mất nước đơn vị</vt:lpstr>
      <vt:lpstr>Các bước khi thiết kế xử lý nền bằng phương pháp phụt dung dịch xi măng</vt:lpstr>
      <vt:lpstr>Các bước khi thiết kế xử lý nền bằng phương pháp phụt dung dịch xi măng</vt:lpstr>
      <vt:lpstr>Các bước khi thiết kế xử lý nền bằng phương pháp phụt dung dịch xi măng</vt:lpstr>
      <vt:lpstr>Một số công nghệ khoan phụt và thiết bị dùng trong khoan phụt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Phụt Dung dịch xi măng</dc:title>
  <dc:creator>VU VAN TOAN</dc:creator>
  <cp:lastModifiedBy>Trung Nguyen</cp:lastModifiedBy>
  <cp:revision>16</cp:revision>
  <dcterms:created xsi:type="dcterms:W3CDTF">2020-05-13T13:39:19Z</dcterms:created>
  <dcterms:modified xsi:type="dcterms:W3CDTF">2020-05-14T12:07:23Z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0x010100FD40C59658943243B648852FED25D55F</vt:lpwstr>
  </property>
</Properties>
</file>